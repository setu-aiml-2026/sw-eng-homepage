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6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7C6FA-9E82-4646-954D-C7222D0E828A}" v="2" dt="2026-09-03T08:51:23.90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94"/>
  </p:normalViewPr>
  <p:slideViewPr>
    <p:cSldViewPr snapToGrid="0">
      <p:cViewPr varScale="1">
        <p:scale>
          <a:sx n="54" d="100"/>
          <a:sy n="54" d="100"/>
        </p:scale>
        <p:origin x="63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4486" y="8440620"/>
            <a:ext cx="695176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5502829"/>
            <a:ext cx="6951764" cy="147072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4487" y="6973548"/>
            <a:ext cx="6951763" cy="602755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sz="quarter" idx="21"/>
          </p:nvPr>
        </p:nvSpPr>
        <p:spPr>
          <a:xfrm>
            <a:off x="7968704" y="4278213"/>
            <a:ext cx="8462666" cy="506849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6942385"/>
            <a:ext cx="6951762" cy="147072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716495" y="5038075"/>
            <a:ext cx="6951010" cy="201544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8361533"/>
            <a:ext cx="6951762" cy="35341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sz="quarter" idx="21"/>
          </p:nvPr>
        </p:nvSpPr>
        <p:spPr>
          <a:xfrm>
            <a:off x="11806237" y="4623792"/>
            <a:ext cx="3842704" cy="44724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89921"/>
            <a:ext cx="3094137" cy="1861189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922096"/>
            <a:ext cx="3094137" cy="1703983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3463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 numCol="2" spcCol="347588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3094137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3094137" cy="261245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sz="quarter" idx="22"/>
          </p:nvPr>
        </p:nvSpPr>
        <p:spPr>
          <a:xfrm>
            <a:off x="12192000" y="4559224"/>
            <a:ext cx="3454167" cy="46055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3094137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6122640"/>
            <a:ext cx="6951764" cy="1470720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defTabSz="2438339">
              <a:lnSpc>
                <a:spcPct val="80000"/>
              </a:lnSpc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28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1800"/>
              </a:spcBef>
              <a:buSzTx/>
              <a:buNone/>
              <a:defRPr sz="5400" spc="-53"/>
            </a:lvl1pPr>
            <a:lvl2pPr marL="0" indent="457200" defTabSz="825500">
              <a:spcBef>
                <a:spcPts val="1800"/>
              </a:spcBef>
              <a:buSzTx/>
              <a:buNone/>
              <a:defRPr sz="5400" spc="-53"/>
            </a:lvl2pPr>
            <a:lvl3pPr marL="0" indent="914400" defTabSz="825500">
              <a:spcBef>
                <a:spcPts val="1800"/>
              </a:spcBef>
              <a:buSzTx/>
              <a:buNone/>
              <a:defRPr sz="5400" spc="-53"/>
            </a:lvl3pPr>
            <a:lvl4pPr marL="0" indent="1371600" defTabSz="825500">
              <a:spcBef>
                <a:spcPts val="1800"/>
              </a:spcBef>
              <a:buSzTx/>
              <a:buNone/>
              <a:defRPr sz="5400" spc="-53"/>
            </a:lvl4pPr>
            <a:lvl5pPr marL="0" indent="1828800" defTabSz="825500">
              <a:spcBef>
                <a:spcPts val="1800"/>
              </a:spcBef>
              <a:buSzTx/>
              <a:buNone/>
              <a:defRPr sz="5400" spc="-53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245071"/>
            <a:ext cx="6951762" cy="1225858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5028516"/>
            <a:ext cx="6951762" cy="2291283"/>
          </a:xfrm>
          <a:prstGeom prst="rect">
            <a:avLst/>
          </a:prstGeom>
        </p:spPr>
        <p:txBody>
          <a:bodyPr lIns="16073" tIns="16073" rIns="16073" bIns="16073" anchor="b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7302292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algn="ctr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03249" y="8065866"/>
            <a:ext cx="639142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89327" y="6251088"/>
            <a:ext cx="6605346" cy="121382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638923" indent="-469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499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3321158" y="5009554"/>
            <a:ext cx="2353779" cy="188251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quarter" idx="22"/>
          </p:nvPr>
        </p:nvSpPr>
        <p:spPr>
          <a:xfrm>
            <a:off x="12605891" y="5946837"/>
            <a:ext cx="3303092" cy="384439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sz="quarter" idx="23"/>
          </p:nvPr>
        </p:nvSpPr>
        <p:spPr>
          <a:xfrm>
            <a:off x="8290173" y="4844801"/>
            <a:ext cx="5256015" cy="394201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sz="quarter" idx="21"/>
          </p:nvPr>
        </p:nvSpPr>
        <p:spPr>
          <a:xfrm>
            <a:off x="7912447" y="2940099"/>
            <a:ext cx="8559106" cy="684728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4823" y="464343"/>
            <a:ext cx="16680658" cy="196453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4823" y="3107770"/>
            <a:ext cx="16680658" cy="92332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ln w="3175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 defTabSz="821531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369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813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258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702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147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591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3036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4807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9252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0DAFC8-9627-AAFF-36C3-40AE34A3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398" y="1136549"/>
            <a:ext cx="11469331" cy="10984984"/>
          </a:xfrm>
          <a:prstGeom prst="rect">
            <a:avLst/>
          </a:prstGeom>
        </p:spPr>
      </p:pic>
      <p:sp>
        <p:nvSpPr>
          <p:cNvPr id="161" name="Semester 1…"/>
          <p:cNvSpPr txBox="1">
            <a:spLocks noGrp="1"/>
          </p:cNvSpPr>
          <p:nvPr>
            <p:ph type="body" sz="quarter" idx="1"/>
          </p:nvPr>
        </p:nvSpPr>
        <p:spPr>
          <a:xfrm>
            <a:off x="348601" y="9383438"/>
            <a:ext cx="4011269" cy="2309568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Semester 1</a:t>
            </a:r>
          </a:p>
          <a:p>
            <a:pPr algn="ctr"/>
            <a:r>
              <a:rPr dirty="0"/>
              <a:t> 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2CB293-97B1-D423-9531-B1FE9BBFE911}"/>
              </a:ext>
            </a:extLst>
          </p:cNvPr>
          <p:cNvSpPr/>
          <p:nvPr/>
        </p:nvSpPr>
        <p:spPr>
          <a:xfrm>
            <a:off x="17483155" y="2540686"/>
            <a:ext cx="1569308" cy="864973"/>
          </a:xfrm>
          <a:prstGeom prst="roundRect">
            <a:avLst/>
          </a:prstGeom>
          <a:noFill/>
          <a:ln w="57150" cap="flat">
            <a:solidFill>
              <a:schemeClr val="accent3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6073" tIns="16073" rIns="16073" bIns="16073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E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8" name="Arrow"/>
          <p:cNvSpPr/>
          <p:nvPr/>
        </p:nvSpPr>
        <p:spPr>
          <a:xfrm>
            <a:off x="19207546" y="2540686"/>
            <a:ext cx="2093028" cy="864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71" y="14256"/>
                </a:moveTo>
                <a:lnTo>
                  <a:pt x="14371" y="21600"/>
                </a:lnTo>
                <a:lnTo>
                  <a:pt x="0" y="10800"/>
                </a:lnTo>
                <a:lnTo>
                  <a:pt x="14371" y="0"/>
                </a:lnTo>
                <a:lnTo>
                  <a:pt x="14371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3175">
            <a:miter lim="400000"/>
          </a:ln>
        </p:spPr>
        <p:txBody>
          <a:bodyPr lIns="16073" tIns="16073" rIns="16073" bIns="16073" anchor="ctr"/>
          <a:lstStyle/>
          <a:p>
            <a:pPr defTabSz="825500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82EC1-AC3E-7211-152F-9430DAD48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5657" y="1673851"/>
            <a:ext cx="1886047" cy="2806844"/>
          </a:xfrm>
          <a:prstGeom prst="rect">
            <a:avLst/>
          </a:prstGeom>
        </p:spPr>
      </p:pic>
      <p:pic>
        <p:nvPicPr>
          <p:cNvPr id="2" name="Picture 1" descr="Certificate in Software Engineering">
            <a:extLst>
              <a:ext uri="{FF2B5EF4-FFF2-40B4-BE49-F238E27FC236}">
                <a16:creationId xmlns:a16="http://schemas.microsoft.com/office/drawing/2014/main" id="{DA3253B0-AE88-775B-790D-9F64C1C01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9" y="3405659"/>
            <a:ext cx="4224424" cy="4224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CA3320-73D4-F032-8B78-9BA1C6737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693" y="2419467"/>
            <a:ext cx="2962462" cy="4438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B7BFB-443A-73E1-6075-8254F9AE1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6693" y="7219598"/>
            <a:ext cx="3007718" cy="44734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Weekly Webinar Schedule"/>
          <p:cNvSpPr txBox="1">
            <a:spLocks noGrp="1"/>
          </p:cNvSpPr>
          <p:nvPr>
            <p:ph type="title"/>
          </p:nvPr>
        </p:nvSpPr>
        <p:spPr>
          <a:xfrm>
            <a:off x="2480774" y="-636870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Weekly Webinar Schedule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78" name="Rectangle"/>
          <p:cNvSpPr/>
          <p:nvPr/>
        </p:nvSpPr>
        <p:spPr>
          <a:xfrm>
            <a:off x="21060334" y="6695419"/>
            <a:ext cx="1816070" cy="19645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703BA-191E-3EC5-44BE-2B25B19C1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80" y="1665864"/>
            <a:ext cx="22618764" cy="941451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Helvetica Neue</vt:lpstr>
      <vt:lpstr>Helvetica Neue Light</vt:lpstr>
      <vt:lpstr>Helvetica Neue Medium</vt:lpstr>
      <vt:lpstr>21_BasicWhite</vt:lpstr>
      <vt:lpstr>PowerPoint Presentation</vt:lpstr>
      <vt:lpstr>Weekly Webinar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Walsh</dc:creator>
  <cp:lastModifiedBy>Frank Walsh</cp:lastModifiedBy>
  <cp:revision>9</cp:revision>
  <dcterms:modified xsi:type="dcterms:W3CDTF">2026-09-03T08:55:37Z</dcterms:modified>
</cp:coreProperties>
</file>